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193DD-F05B-7433-5A80-97EDF0BC4AA4}" v="32" dt="2026-09-04T09:14:28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5898-1F13-4AA2-AF52-36E899BD22A1}" type="datetimeFigureOut"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2498C-5803-4F9D-B1FC-0D89993A53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6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Productivity Assistant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Everyday Workplace Tasks with Smart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Reitumetse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Onthatile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Putini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  |  Project Presentation  |  Practical AI Solution</a:t>
            </a:r>
            <a:endParaRPr lang="en-US"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005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professionals need this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057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and how it works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Meeting Notes &amp; Task Planner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3-step process anyone can follow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&amp; Impact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limitations and real value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waste hours every week on repetitive tasks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Writing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min each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professional messages with the right 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554480"/>
            <a:ext cx="265176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long discussions into clear action items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554480"/>
            <a:ext cx="265176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Planning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min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what to do first and how to organize the day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ProductivityAI Assistant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ready-to-use AI assistant that works inside any chatbot (ChatGPT, Claude, Grok, Gemini…)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6916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System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special instructions once into the AI chat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620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463040" y="260604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2743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 Normal Language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what you need like you would tell a colleague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63040" y="365760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1737360" y="37947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Ready-to-Use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114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structured, professional results in seconds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278892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Email Generator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Context-based professional emails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Tone options: formal, friendly, persuasive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Adapts to audience (client, manager, team)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78892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Summarizer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Turns long notes into short summaries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Extracts key points &amp;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Lists action items + owners + deadlines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8892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 Planner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Creates daily or weekly plans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Prioritizes by urgency × importance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Suggests best time order &amp; focus blocks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 (Very Simple)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– Paste this System Prompt once into any AI chat: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463040"/>
          </a:xfrm>
          <a:prstGeom prst="roundRect">
            <a:avLst>
              <a:gd name="adj" fmla="val 3750"/>
            </a:avLst>
          </a:prstGeom>
          <a:solidFill>
            <a:srgbClr val="EDF2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ProductivityAI, a professional workplace assistant. Help users write better emails, summarize meeting notes, and plan tasks. Always be clear and practical. For emails: ask for missing details if needed. For notes: extract Key Points, Decisions, Action Items (owner + deadline). For plans: prioritize by urgency + importance. Always remind the user to review AI outputs before sending or acting on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– Then just ask normally. Examples: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6499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a formal email to my manager asking for two days leave next week.”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679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these meeting notes and list the action items.”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these 6 tasks for tomorrow – create a prioritized daily plan.”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 – Meeting Notes Summarizer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1860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Q3 sales exceeded target by 12%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product launch delayed to November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support team needs two more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Made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extra budget for marketing campaign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Agreed to hire two support agents by end of month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Sarah – Finalize job adverts  →  Deadline: 10 Sep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Mike – Prepare marketing brief  →  Deadline: 12 Sep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Team – Review new support process  →  Deadline: 15 Sep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Practices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includes a reminder: “Please review and edit before sending or using.”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Hallucinations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force the AI to use only the information the user provides – no invented facts.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834640"/>
            <a:ext cx="109728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clearly states it is AI and can make mistakes.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834640"/>
            <a:ext cx="109728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is stored beyond the current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Email Drafting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10 minutes to under 1 minute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on Notes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20 minutes of writing to 2 minutes of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Priorities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decision fatigue, better focus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Use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System Prompt → Open any AI chat → Start working smarter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Let’s discuss!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Productivity Assistant</dc:title>
  <dc:subject>Project Presentation</dc:subject>
  <dc:creator>Student Project</dc:creator>
  <cp:lastModifiedBy>Student Project</cp:lastModifiedBy>
  <cp:revision>13</cp:revision>
  <dcterms:created xsi:type="dcterms:W3CDTF">2026-09-03T08:16:09Z</dcterms:created>
  <dcterms:modified xsi:type="dcterms:W3CDTF">2026-09-04T09:16:00Z</dcterms:modified>
</cp:coreProperties>
</file>